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PLATFORM 입문 과정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4부 — 실습 프로젝트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사원 관리 시스템: 설계 · 목록 · 상세 · 배포  (13~16차시)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246120"/>
            <a:ext cx="2011680" cy="0"/>
          </a:xfrm>
          <a:prstGeom prst="line">
            <a:avLst/>
          </a:prstGeom>
          <a:noFill/>
          <a:ln w="38100">
            <a:solidFill>
              <a:srgbClr val="3D5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N  ·  TOBESOFT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4부 — 배운 전부를 하나의 시스템으로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부의 규칙: </a:t>
            </a:r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강사는 설계서와 완성 기준만 준다. 코드는 여러분이 짠다 — 막히면 1~3부 자료가 답이다.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20240" cy="2606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" y="25146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골격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292608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 → 화면 구성도 → 메인 프레임 + 공통 모듈(comm.xjs)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" y="3977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프로젝트 골격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1920240" cy="2606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06624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70662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06624" y="25146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화면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06624" y="292608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검색조건 + Grid + 건수/정렬 + 더블클릭 상세 이동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06624" y="3977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EMP_M001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1920240" cy="2606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9744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09744" y="25146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상세/등록 화면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9744" y="292608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신규·수정 겸용 폼 + 검증 + 저장/삭제 + 부서 팝업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3977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EMP_M002, POP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783080"/>
            <a:ext cx="1920240" cy="2606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912864" y="1947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91286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12864" y="25146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배포와 총정리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12864" y="292608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 → 웹서버 배포 → 코드 리뷰 → 과정 총정리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12864" y="3977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동작하는 시스템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평가: 최종 프로젝트 50% — 기능 완성도 + 코드 품질 + 발표 (강의계획서 5.2)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설계와 골격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 — 무엇을 만드는가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구성도와 명명 규칙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모듈(comm.xjs) — 프로젝트의 기반 공사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메인 프레임 + 공통 구조 완성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 —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정의서 — 사원 관리 시스템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365760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요구사항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기술(복습)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사원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부서·이름 검색조건, Grid 표시, 총 건수, 헤더 정렬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transaction, Grid (10·9차시)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더블클릭 → 상세 화면, 단건 데이터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전환, 바인딩 (12·8차시)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폼에서 입력 → 저장. 사번은 서버 채번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Dataset, CRUD (7·11차시)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/ 삭제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사원 수정·삭제, 필수값 검증, 확인창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검증, :U 전송 (4·11차시)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검색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돋보기 → Modal 팝업에서 부서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showModal (12차시)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메시지·통신·팝업은 공통 함수(gfn_)로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.xjs include (12차시)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요구사항이 이미 배운 것의 조합이다 — 새 기술은 없다. 조립하는 힘이 이번 부의 목표.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 —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구성도와 명명 규칙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286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PRJ_Main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(메뉴+작업영역)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286000" cy="73152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EMP_M001_List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사원 목록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2286000" cy="73152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EMP_M002_Detail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사원 상세/등록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468880"/>
            <a:ext cx="2286000" cy="54864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POP_Dept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검색 팝업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2070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div_work에 로드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8892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96128" y="12070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더블클릭 ⇄ 목록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2356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2212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showModal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명명 규칙 — 이름만 봐도 알 수 있게 (SI 현장 관례)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코드 (사원)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DEPT, ORD 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구분 + 일련번호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M=Main, POP=팝업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_List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_List, _Detail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760720" y="3246120"/>
            <a:ext cx="2926080" cy="13716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0" name="Shape 17"/>
          <p:cNvSpPr/>
          <p:nvPr/>
        </p:nvSpPr>
        <p:spPr>
          <a:xfrm>
            <a:off x="5760720" y="3246120"/>
            <a:ext cx="64008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규칙이 먼저인가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943600" y="370332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수백 개가 되면 “이름 = 문서”다.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파일명·컴포넌트 접두어(edt_, grd_)·함수 접두어(fn_, gfn_)를 첫날 정하고 끝까지 지키는 것이 설계의 절반.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 —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공사 — comm.xjs 공통 모듈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만들기 전에 공통부터 — 순서가 중요하다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3개를 만든 뒤 공통화하면 “3번 고치는 일”이 된다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화면을 짜기 전에 gfn_ 함수를 먼저 확정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래퍼(gfn_transaction)에 로그를 심으면 디버깅이 쉬워진다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27248"/>
          <a:ext cx="4023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gfn_isEmpty / gfn_nvl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널·공백 처리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gfn_alert / gfn_confirm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(추후 일괄 교체 대비)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gfn_transaction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 래퍼 + 요청/응답 로그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gfn_callbackCheck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1차 오류 처리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gfn_openPopup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Modal 팝업 표준 호출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gfn_hasChanges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Dataset 변경분 존재 체크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09160" y="1371600"/>
            <a:ext cx="397764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1371600"/>
            <a:ext cx="3703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각 폼의 콜백 — 공통 체크 후 분기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this.fn_callback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function(svcID, code, msg)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(!this.gfn_callbackCheck(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svcID, code, msg)) return;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(svcID == "svcEmpList") { …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통신도 래퍼로 통일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this.gfn_transaction("svcEmpList",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"svc::emp/list.do",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"ds_emp=ds_out", args, "fn_callback");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작업 — 골격 완성 체크리스트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4173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생성 + Services 등록 (svc → localhost:8090)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167335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TypeDefinition에서 확인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120640" cy="56692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116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 폴더에 comm.xjs 작성, include 동작 확인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31343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폼에서 gfn_alert() 호출이 떠야 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65176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2697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PRJ_Main: 상단 타이틀 + 좌측 메뉴 + div_work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295351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anchor로 창 크기 변경에 따라오는지 확인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120640" cy="56692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9184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3337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클릭 → div_work.set_url 화면 전환 동작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359359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폼 2개로 전환 테스트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3192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9776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fn_moveDetail / fn_moveList 공개 함수 골격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423367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gv_empId 전달 방식 — 14·15차시에서 사용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1371600"/>
            <a:ext cx="2926080" cy="13716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1371600"/>
            <a:ext cx="64008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코드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182880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examples/project_emp_mgmt/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PRJ_Main.xfdl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comm.xjs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열어보되, 먼저 직접 시도!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2926080"/>
            <a:ext cx="2926080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292608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함정 ⚠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set_url은 비동기 — 화면 전환 직후 자식 폼 함수 호출은 실패한다. 값은 부모에 두고(gv_empId), 자식 onload에서 가져가게 설계할 것.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화면 개발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설계서 읽기 — EMP_M001_List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흐름: 부서 로드 → 첫 조회 (콜백 체인)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더블클릭 상세 이동, Enter 검색, 정렬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목록 화면 완성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 — 목록 화면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설계서 — EMP_M001_List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9377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90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사원 목록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4663440" cy="457200"/>
          </a:xfrm>
          <a:prstGeom prst="rect">
            <a:avLst/>
          </a:prstGeom>
          <a:solidFill>
            <a:srgbClr val="F0F4FB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부서[콤보]  이름[Edit]                    [조회] [신규 등록]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4663440" cy="1600200"/>
          </a:xfrm>
          <a:prstGeom prst="rect">
            <a:avLst/>
          </a:prstGeom>
          <a:solidFill>
            <a:srgbClr val="FBFCFE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423160"/>
            <a:ext cx="466344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 | 이름 | 부서 | 연봉 | 입사일 | 이메일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 (binddataset=ds_emp)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부서: 코드→명칭  · 연봉: #,##0  · 입사일: yyyy-MM-dd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더블클릭 → 상세 이동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4142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N건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4142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(행 더블클릭 안내)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1417320"/>
            <a:ext cx="3017520" cy="74980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1417320"/>
            <a:ext cx="6400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5270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검색영역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18745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 검색바 그대로 + [신규 등록] 버튼 추가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2276856"/>
            <a:ext cx="3017520" cy="74980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2276856"/>
            <a:ext cx="6400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238658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 표시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273405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 displaytype 3종 (combo·number·date)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0" y="3136392"/>
            <a:ext cx="3017520" cy="74980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0" y="3136392"/>
            <a:ext cx="6400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3246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정렬·건수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52160" y="35935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 keystring + getRowCount()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0" y="3995928"/>
            <a:ext cx="3017520" cy="74980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0" y="3995928"/>
            <a:ext cx="6400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41056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이동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445312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parent.parent.fn_moveDetail(사번)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 — 목록 화면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 ① — 초기화 순서: 콜백 체인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문제: 부서 콤보가 로드되기 전에 첫 조회를 하면? — 비동기이므로 순서가 보장되지 않는다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8288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조회 요청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783080"/>
            <a:ext cx="2103120" cy="73152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콜백(svcDeptList)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“전체” 행 추가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783080"/>
            <a:ext cx="1737360" cy="73152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783080"/>
            <a:ext cx="17373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fn_search()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사원 조회 요청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11887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78308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 표시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4288" y="1965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64608" y="1965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9168" y="1965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5120640" cy="1920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432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this.fn_callback = function(svcID, code, msg)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(!this.gfn_callbackCheck(svcID,code,msg)) return;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(svcID == "svcDeptList")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n = this.ds_dept.insertRow(0);  // "전체"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this.cbo_dept.set_index(0);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this.fn_search();   // ← 여기서 다음 단계!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2743200"/>
            <a:ext cx="2926080" cy="19202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0720" y="2743200"/>
            <a:ext cx="64008" cy="1920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2852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이름: 콜백 체인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3200400"/>
            <a:ext cx="2606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작업을 “이전 작업의 콜백 안에서” 시작한다.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세계에서 순서를 만드는 유일한 방법 — 3부 비동기 개념의 실전 적용이다.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 — 목록 화면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 ② — 이동과 사용성 디테일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3774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더블클릭 → 상세 (신규는 null 전달)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this.grd_emp_oncelldblclick = function(obj,e)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empId = this.ds_emp.getColumn(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e.row, "EMP_ID");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this.parent.parent.fn_moveDetail(empId);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Enter로 조회 — 작지만 체감 큰 디테일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this.edt_name_onkeyup = function(obj, 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(e.keycode == 13) this.fn_search();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2926080" cy="11430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371600"/>
            <a:ext cx="64008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e.row를 쓰는 이유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더블클릭한 바로 그 행 — rowposition과 거의 같지만, 이벤트가 알려주는 값이 더 정확하다.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679192"/>
            <a:ext cx="2926080" cy="106984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2679192"/>
            <a:ext cx="64008" cy="10698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사용성 3종 세트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136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Enter 조회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더블클릭 상세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총 건수 표시 — 실무 화면의 기본 매너.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정렬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 onheadclick 코드를 그대로 재사용 — “한 번 익힌 패턴은 복사가 아니라 재사용”. 공통화 후보가 또 하나 늘었다.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완성 기준 — 목록 화면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4173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콤보에 “전체” 포함 로드 → 자동 첫 조회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167335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열자마자 5명 표시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120640" cy="56692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116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부서·이름 검색 동작 (조합 검색 포함)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31343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개발팀+"김" → 1명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65176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2697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Grid: 부서명·콤마·날짜 형식 표시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295351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D01이 아니라 “개발팀”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120640" cy="56692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9184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3337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건수 표시 + 헤더 클릭 정렬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359359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연봉 클릭 → 오름/내림 토글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3192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9776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더블클릭 → 상세 이동 / [신규 등록] → 빈 상세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423367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 화면과 연결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1371600"/>
            <a:ext cx="2926080" cy="13716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1371600"/>
            <a:ext cx="64008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코드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182880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examples/project_emp_mgmt/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EMP_M001_List.xfdl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기준을 모두 통과한 뒤 비교 리뷰할 것.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2926080"/>
            <a:ext cx="2926080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292608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막혔을 때 진단 순서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출력창에 trace 로그 있나?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콜백 함수명 오타?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Mock 서버 살아있나?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Services url 등록했나?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상세/등록 화면 개발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신규·수정 겸용 폼 — 모드 패턴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단건 Dataset과 바인딩 — 빈 행의 비밀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저장·삭제와 부서 팝업 연동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상세 화면 완성, 시스템 연결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 — 상세 화면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폼, 두 가지 모드 — 신규/수정 겸용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1031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1031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onload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gv_empId 확인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468880" cy="566928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34440"/>
            <a:ext cx="24688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→ 신규 모드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폼, [삭제] 비활성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965960"/>
            <a:ext cx="2468880" cy="566928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65960"/>
            <a:ext cx="24688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있음 → 수정 모드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단건 조회 후 표시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1371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2057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303520" cy="1874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3464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this.EMP_M002_Detail_onload = function(obj,e)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empId = this.parent.parent.gv_empId;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this.gv_isNew = this.gfn_isEmpty(empId);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this.ds_detail.clearData();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this.ds_detail.addRow();  // ★ 빈 행 1개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(this.gv_isNew) { /* 신규 준비 */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{ /* 단건 조회 요청 */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129844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234440"/>
            <a:ext cx="64008" cy="12984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44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겸용으로 만드나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폼과 수정 폼은 95% 동일 — 따로 만들면 수정할 곳이 2배.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플래그(gv_isNew) 하나로 분기하는 것이 표준.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2697480"/>
            <a:ext cx="2651760" cy="129844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2697480"/>
            <a:ext cx="64008" cy="12984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807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빈 행의 비밀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3154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BindItem은 “현재 행”에 연결된다 — 행이 0개면 입력해도 갈 곳이 없다!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addRow() 한 줄이 바인딩 폼의 필수 초기화.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 — 상세 화면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 ① — 단건 데이터 채우기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743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수정 모드: 조회 결과에서 해당 사원 찾아 복사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this.fn_callback = function(svcID, code, msg)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(!this.gfn_callbackCheck(svcID,code,msg))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(svcID == "svcEmpOne")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n = this.ds_emp.findRow(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"EMP_ID", this.gv_empId);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결과 행 → 상세 DS 0행으로 복사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this.ds_detail.copyRow(0, this.ds_emp, 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2926080" cy="11887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371600"/>
            <a:ext cx="6400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copyRow의 역할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목록용 ds_emp에서 상세용 ds_detail로 한 행을 통째로 복사 — 바인딩이 즉시 폼을 채운다.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743200"/>
            <a:ext cx="2926080" cy="13716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2743200"/>
            <a:ext cx="64008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852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과제로 생각해 보기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20040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목록 서비스를 재사용해 단건을 찾는다.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실무라면? — 서버에 “단건 조회 서비스”를 따로 만드는 것이 정석. 이유를 토론해 보자.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 — 상세 화면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포인트 ② — 저장 · 삭제 · 부서 팝업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4단계 그대로: 검증 → confirm → ds_detail:U 전송 → 콜백에서 fn_moveList()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8076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신규는 INSERT 상태(addRow), 수정은 UPDATE — 모드 분기 없이 :U가 알아서 구분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8229600" cy="9144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95728"/>
            <a:ext cx="64008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8716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4871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deleteRow(0) 후 :U 전송 — “삭제도 저장의 일종”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80760" y="248716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 필수. 성공 후 목록 복귀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8229600" cy="9144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19856"/>
            <a:ext cx="64008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511296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팝업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351129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→ gfn_openPopup(POP_Dept) → 콜백에서 코드·명칭 setColumn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80760" y="351129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바인딩 덕분에 setColumn만 하면 화면 자동 갱신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확인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성공 → 목록 복귀 → 방금 등록한 사원이 보이는가? 이 “한 바퀴”가 돌면 시스템이 연결된 것이다.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완성 기준 — 상세 화면과 전체 연결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4173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모드: 빈 폼 + [삭제] 비활성 + 이름 포커스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167335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[신규 등록]으로 진입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120640" cy="56692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116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0574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모드: 더블클릭한 사원 정보가 채워짐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31343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타이틀에 사번 표시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65176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2697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필수값(이름·부서) + 이메일 형식 검증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295351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값 저장 시도 → 경고 + 포커스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120640" cy="56692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9184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3337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팝업 선택 → 폼에 부서명 표시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359359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바인딩 자동 갱신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120640" cy="5669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3192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9776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저장/삭제 → 목록 복귀 → 결과 반영 확인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4233672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“한 바퀴” 시나리오 통과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1371600"/>
            <a:ext cx="2926080" cy="13716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1371600"/>
            <a:ext cx="64008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코드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182880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examples/project_emp_mgmt/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EMP_M002_Detail.xfdl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POP_Dept.xfdl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2926080"/>
            <a:ext cx="2926080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2926080"/>
            <a:ext cx="2560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과제 (여유 있는 사람)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수정 모드에서 “변경 없음” 저장 차단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닫기 전 미저장 변경 경고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부서 관리 화면(R-06 너머) 도전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배포와 총정리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Generate와 배포 — 1부 아키텍처의 회수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캐시와 업데이트의 원리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 — 자주 하는 실수 체크리스트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총정리와 다음 단계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 — 배포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— 1부에서 본 그림을 직접 해본다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11680" cy="86868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.xfdl · .xjs · .xadl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2011680" cy="86868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&gt; 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554480"/>
            <a:ext cx="2011680" cy="86868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554480"/>
            <a:ext cx="20116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 복사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Tomcat·nginx 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루트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26680" y="1554480"/>
            <a:ext cx="9601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1554480"/>
            <a:ext cx="960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6048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1783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529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캐시의 원리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런타임은 변환된 파일을 로컬에 저장(캐시)한다.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재배포 후에도 화면이 안 바뀌면 → 십중팔구 캐시.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중: 강력 새로고침(Ctrl+Shift+R)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버전 갱신으로 캐시 무효화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529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F6과 배포의 차이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QuickView(F6) = Studio가 임시로 띄워주는 개발용 실행.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= Generate 결과물을 웹서버에 올려 “남이 쓸 수 있게” 만드는 것.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프로젝트의 마지막 단계는 항상 배포 검증.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 실행 → 출력 폴더 확인(.xfdl.js로 변환됨) → 간단한 웹서버로 띄워 브라우저 접속까지. “내 손으로 한 번”이 중요.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 — 코드 리뷰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하는 실수 8 — 동료 코드 리뷰 체크리스트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651760"/>
                <a:gridCol w="2377440"/>
                <a:gridCol w="2788920"/>
              </a:tblGrid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set_xxx() 대신 직접 대입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화면이 안 바뀜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 속성 변경은 setter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함수명 오타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조회해도 무반응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문자열이라 에러 없음 — trace로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바인딩 폼에 빈 행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입력해도 값이 안 들어감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onload에서 addRow()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후 재조회 누락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채번 미반영, U표시 안 풀림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콜백에서 fn_search()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transaction 다음 줄에서 결과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 0, 빈 Grid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결과는 콜백 안에서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close()에 객체 전달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 콜백 undefined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JSON.stringify / parse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Calendar 값 형식 혼동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비교·저장 오류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value는 항상 yyyyMMdd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deleteRow를 즉시 삭제로 착각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삭제 요청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확정은 저장 성공 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총정리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16차시의 여정 — 무엇을 할 수 있게 되었나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120640" cy="676656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3807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(1~4)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828800" y="138074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91840" y="13807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구조 이해, Studio, 폼과 이벤트, 스크립트 기초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93976"/>
            <a:ext cx="5120640" cy="676656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148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(5~9)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28800" y="2148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컴포넌트와 데이터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컴포넌트, Dataset ★, 바인딩, Grid 편집·정렬·합계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5120640" cy="676656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9169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(10~12)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0" y="291693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연동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29169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transaction과 비동기 콜백, CRUD 패턴, 팝업·공통화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30168"/>
            <a:ext cx="5120640" cy="6766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68503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4부 (13~16)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828800" y="36850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91840" y="36850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설계→목록→상세→배포, 완성 기준과 코드 리뷰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여러분은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1737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요구사항을 화면 설계로 옮기고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중심으로 화면을 조립하고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서버와 데이터를 주고받고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배포까지 — 혼자서 한 바퀴 돌 수 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507992"/>
            <a:ext cx="8229600" cy="50292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079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면접 팁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“넥사크로 해봤어요?”에 대한 최고의 답 — 이 프로젝트를 화면 구성도와 함께 5분으로 설명할 수 있게 정리해 둘 것.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기본기 위에 쌓을 것들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7863840" cy="658368"/>
          </a:xfrm>
          <a:prstGeom prst="rect">
            <a:avLst/>
          </a:prstGeom>
          <a:solidFill>
            <a:srgbClr val="27336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3055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N 심화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213055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MVC 블록 조합 개발, QuickCode(Low-Code) — 기본기를 아는 사람의 가속 페달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825496"/>
            <a:ext cx="7863840" cy="658368"/>
          </a:xfrm>
          <a:prstGeom prst="rect">
            <a:avLst/>
          </a:prstGeom>
          <a:solidFill>
            <a:srgbClr val="27336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98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Developer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89864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공통 컴포넌트를 모듈로 만들어 배포 — 팀의 생산성을 만드는 역할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7863840" cy="658368"/>
          </a:xfrm>
          <a:prstGeom prst="rect">
            <a:avLst/>
          </a:prstGeom>
          <a:solidFill>
            <a:srgbClr val="27336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Grid · 테마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66674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멀티헤더, 트리 Grid, 대용량 처리 / XCSS로 디자인 시스템 적용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자료:  docs.tobesoft.com/nexacro_n_ko (공식 매뉴얼)  ·  playnexacro.com (개발자 커뮤니티)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넥사크로 4부 — 실습 프로젝트 (13~16차시)</dc:title>
  <dc:subject>PptxGenJS Presentation</dc:subject>
  <dc:creator>Nexacro 강의</dc:creator>
  <cp:lastModifiedBy>Nexacro 강의</cp:lastModifiedBy>
  <cp:revision>1</cp:revision>
  <dcterms:created xsi:type="dcterms:W3CDTF">2026-06-12T04:10:40Z</dcterms:created>
  <dcterms:modified xsi:type="dcterms:W3CDTF">2026-06-12T04:10:40Z</dcterms:modified>
</cp:coreProperties>
</file>