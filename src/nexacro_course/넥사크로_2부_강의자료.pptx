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NEXACRO PLATFORM 입문 과정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— 컴포넌트와 데이터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컴포넌트 · Dataset · 데이터 바인딩 · Grid  (5~9차시)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3246120"/>
            <a:ext cx="2011680" cy="0"/>
          </a:xfrm>
          <a:prstGeom prst="line">
            <a:avLst/>
          </a:prstGeom>
          <a:noFill/>
          <a:ln w="38100">
            <a:solidFill>
              <a:srgbClr val="3D5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51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Nexacro N  ·  TOBESOFT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2부에서 배우는 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54480" cy="301752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5361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21214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컴포넌트 I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Edit · MaskEdit · TextArea · CheckBox · Radio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39502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회원가입 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25980" y="1371600"/>
            <a:ext cx="1554480" cy="301752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1" name="Shape 9"/>
          <p:cNvSpPr/>
          <p:nvPr/>
        </p:nvSpPr>
        <p:spPr>
          <a:xfrm>
            <a:off x="2263140" y="15361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226314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263140" y="21214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 II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263140" y="27432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Combo · Calendar · Tab · Div와 레이아웃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63140" y="39502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검색바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94760" y="1371600"/>
            <a:ext cx="1554480" cy="3017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3931920" y="1536192"/>
            <a:ext cx="457200" cy="457200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931920" y="21214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 ★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931920" y="27432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넥사크로 데이터 처리의 중심. 2부의 분수령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931920" y="39502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B6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데이터 조작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63540" y="1371600"/>
            <a:ext cx="1554480" cy="301752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23" name="Shape 21"/>
          <p:cNvSpPr/>
          <p:nvPr/>
        </p:nvSpPr>
        <p:spPr>
          <a:xfrm>
            <a:off x="5600700" y="15361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560070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600700" y="21214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바인딩과 Grid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00700" y="27432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Dataset과 화면을 자동으로 연결하는 방법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00700" y="39502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목록+상세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32320" y="1371600"/>
            <a:ext cx="1554480" cy="301752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29" name="Shape 27"/>
          <p:cNvSpPr/>
          <p:nvPr/>
        </p:nvSpPr>
        <p:spPr>
          <a:xfrm>
            <a:off x="7269480" y="15361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26948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7269480" y="21214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 심화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269480" y="27432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편집 · 정렬 · 합계 · 변경 행 추적(rowtype)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269480" y="39502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편집 Grid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목표: 2부가 끝나면 — 데이터를 Dataset에 담고, Grid와 입력폼으로 보여주고 편집하는 화면을 만들 수 있다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91840" y="1143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컴포넌트 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337560" y="214884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컴포넌트의 3요소 — 속성 · 메소드 · 이벤트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컴포넌트: Edit, MaskEdit, TextArea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컴포넌트: CheckBox, Radio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회원가입 입력 폼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5차시 — 기본 컴포넌트 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컴포넌트는 3요소로 다룬다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192024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2651760" cy="64008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581912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속성 (Property)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192024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컴포넌트의 상태와 모양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1792" y="2258568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value, text, visible, enable…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시점: 속성창에서 설정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시점: set_xxx()로 변경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192024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417320"/>
            <a:ext cx="2651760" cy="64008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1581912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메소드 (Method)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10712" y="192024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컴포넌트에 시키는 동작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10712" y="2258568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setFocus(), showEditor()…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“하라”고 명령하는 함수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51760" cy="192024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1417320"/>
            <a:ext cx="2651760" cy="64008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581912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(Event)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99632" y="192024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사용자·시스템의 신호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99632" y="2258568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onclick, onchanged, onload…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“일어났다”에 반응하는 자리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법: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“Edit의 value 속성을 읽고(this.edt.value), set_value()로 바꾸고, onchanged 이벤트에 반응한다” — 어떤 컴포넌트를 만나도 이 세 가지부터 찾으면 된다. 매뉴얼(docs.tobesoft.com)도 이 구조로 정리되어 있다.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solidFill>
            <a:srgbClr val="FFF4E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관례  </a:t>
            </a:r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 id는 종류 접두어로 — edt_(Edit), btn_(Button), sta_(Static), chk_, rdo_, cbo_, grd_, ds_ … 코드만 봐도 무엇인지 알 수 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5차시 — 기본 컴포넌트 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입력·선택 컴포넌트 한눈에 보기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265176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속성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값을 읽으면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Edit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 텍스트 입력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maxlength, password, inputtype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문자열  (edt.value)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MaskEdit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있는 입력 (전화번호 등)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type, mask="###-####-####"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마스크 제외한 순수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TextArea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줄 입력 (자기소개 등)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maxlength, scrollbars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줄바꿈 포함 문자열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CheckBox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예/아니오 단일 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text, value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true / false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Radio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항목 중 하나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innerdataset, codecolumn, datacolumn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항목의 코드값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Static / Button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표시 / 동작 실행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text, onclick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Radio의 innerdataset에 주목 —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항목을 코드(M/F)와 표시문구(남성/여성)로 분리해 정의한다. 7차시 Dataset 개념의 첫 등장이다.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5차시 — 실습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① 회원가입 입력 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 화면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아이디(Edit) · 비밀번호(password) · 휴대전화(MaskEdit)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성별(Radio + innerdataset) · 자기소개(TextArea)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동의(CheckBox) — 미동의 시 가입 차단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[가입하기] 검증 후 입력값 요약 / [초기화] set_value()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3931920" cy="105156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36576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파일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examples/lesson05_comp1/SignUp.xfdl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초기화 버튼에서 모든 컴포넌트의 set_value() 사용법을 확인하세요.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1371600"/>
            <a:ext cx="4069080" cy="33375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371600"/>
            <a:ext cx="37947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CheckBox 값은 true/false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(this.chk_agree.value != true)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alert("동의가 필요합니다.");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Radio: 선택된 '코드값'이 온다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this.rdo_gender.value   // "M" 또는 "F"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MaskEdit: 순수 값만 저장된다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this.msk_tel.value      // 01012345678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초기화는 반드시 set_value()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this.edt_id.set_value("");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91840" y="1143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컴포넌트 II · 레이아웃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337560" y="214884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Combo와 innerdataset — 코드성 데이터의 기본 패턴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Calendar — 표시 형식과 값(yyyyMMdd)은 별개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 · Div — 화면을 묶고 나누기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검색 조건 영역(검색바) 만들기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6차시 — 컴포넌트 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Combo와 Calendar — 실무 화면의 단골손님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Combo — 코드와 명칭의 분리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023360" cy="15544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73736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&lt;Combo id="cbo_dept"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innerdataset="ds_dept"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codecolumn="CODE"    // 값: D01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datacolumn="NAME"/&gt;  // 표시: 개발팀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cbo_dept.value  // "D01"  (코드)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cbo_dept.text   // "개발팀" (명칭)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사용자에게는 이름을, 서버에는 코드를 — 모든 코드성 데이터(부서·직급·상태)의 공통 패턴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663440" y="1325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Calendar — 두 얼굴의 날짜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1737360"/>
            <a:ext cx="4023360" cy="15544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73736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&lt;Calendar id="cal_from"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dateformat="yyyy-MM-dd"/&gt;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화면 표시: 2026-06-12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실제 값  : "20260612"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cal_from.value  // 항상 yyyyMMdd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33832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항상 yyyyMMdd 문자열이므로 날짜 비교는 문자열 비교로 충분 (from &gt; to 체크 등)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FF4E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  </a:t>
            </a:r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dateformat(표시)과 value(값)를 혼동하면 날짜 저장·비교가 전부 꼬인다. “표시는 자유, 값은 yyyyMMdd 고정”으로 기억하기.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6차시 — 실습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② 검색 조건 영역(검색바)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solidFill>
            <a:srgbClr val="F0F4FB"/>
          </a:solidFill>
          <a:ln w="12700">
            <a:solidFill>
              <a:srgbClr val="C5D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36776"/>
            <a:ext cx="502920" cy="338328"/>
          </a:xfrm>
          <a:prstGeom prst="rect">
            <a:avLst/>
          </a:prstGeom>
          <a:solidFill>
            <a:srgbClr val="DCE6F5"/>
          </a:solidFill>
          <a:ln w="9525">
            <a:solidFill>
              <a:srgbClr val="B7C7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36776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298448" y="1636776"/>
            <a:ext cx="91440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B7C7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163677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콤보 ▾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22576" y="1636776"/>
            <a:ext cx="502920" cy="338328"/>
          </a:xfrm>
          <a:prstGeom prst="rect">
            <a:avLst/>
          </a:prstGeom>
          <a:solidFill>
            <a:srgbClr val="DCE6F5"/>
          </a:solidFill>
          <a:ln w="9525">
            <a:solidFill>
              <a:srgbClr val="B7C7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22576" y="1636776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35224" y="1636776"/>
            <a:ext cx="91440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B7C7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5224" y="163677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Edit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59352" y="1636776"/>
            <a:ext cx="594360" cy="338328"/>
          </a:xfrm>
          <a:prstGeom prst="rect">
            <a:avLst/>
          </a:prstGeom>
          <a:solidFill>
            <a:srgbClr val="DCE6F5"/>
          </a:solidFill>
          <a:ln w="9525">
            <a:solidFill>
              <a:srgbClr val="B7C7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9352" y="1636776"/>
            <a:ext cx="594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입사일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636776"/>
            <a:ext cx="86868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B7C7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636776"/>
            <a:ext cx="868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달력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41848" y="1636776"/>
            <a:ext cx="274320" cy="338328"/>
          </a:xfrm>
          <a:prstGeom prst="rect">
            <a:avLst/>
          </a:prstGeom>
          <a:solidFill>
            <a:srgbClr val="F0F4FB"/>
          </a:solidFill>
          <a:ln w="9525">
            <a:solidFill>
              <a:srgbClr val="B7C7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41848" y="1636776"/>
            <a:ext cx="274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25896" y="1636776"/>
            <a:ext cx="86868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B7C7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25896" y="1636776"/>
            <a:ext cx="868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달력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726680" y="1636776"/>
            <a:ext cx="731520" cy="3383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726680" y="163677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2212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right 기준 배치: 창이 넓어져도 [조회]는 항상 오른쪽 끝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60604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순서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배경 Static: left 20, right 20 → 가로로 늘어나는 영역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부서 Combo + 이름 Edit + 기간 Calendar 2개 배치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[조회] 버튼은 right 속성으로 오른쪽 고정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날짜 범위 검증: from &gt; to 면 경고 후 setFocus()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2606040"/>
            <a:ext cx="4023360" cy="21031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60604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날짜 범위 검증 — 문자열 비교면 충분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from = this.cal_from.value;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to   = this.cal_to.value;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(from != null &amp;&amp; to != null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&amp;&amp; from &gt; to)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alert("시작일이 더 늦습니다.");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this.cal_from.setFocus();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91840" y="1143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 이해  ★ 핵심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337560" y="214884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 = 메모리 위의 2차원 테이블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rowposition — “현재 행”이라는 개념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 API: addRow · setColumn · deleteRow · findRow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화면 없이 데이터만 다뤄보기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7차시 — Dataset 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 = 메모리 위의 2차원 테이블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05840" cy="384048"/>
          </a:xfrm>
          <a:prstGeom prst="rect">
            <a:avLst/>
          </a:prstGeom>
          <a:solidFill>
            <a:srgbClr val="1E2761"/>
          </a:solidFill>
          <a:ln w="9525">
            <a:solidFill>
              <a:srgbClr val="B7C7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EMP_ID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463040" y="1554480"/>
            <a:ext cx="1097280" cy="384048"/>
          </a:xfrm>
          <a:prstGeom prst="rect">
            <a:avLst/>
          </a:prstGeom>
          <a:solidFill>
            <a:srgbClr val="1E2761"/>
          </a:solidFill>
          <a:ln w="9525">
            <a:solidFill>
              <a:srgbClr val="B7C7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5544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EMP_NM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1554480"/>
            <a:ext cx="914400" cy="384048"/>
          </a:xfrm>
          <a:prstGeom prst="rect">
            <a:avLst/>
          </a:prstGeom>
          <a:solidFill>
            <a:srgbClr val="1E2761"/>
          </a:solidFill>
          <a:ln w="9525">
            <a:solidFill>
              <a:srgbClr val="B7C7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5544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DEPT_CD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1554480"/>
            <a:ext cx="914400" cy="384048"/>
          </a:xfrm>
          <a:prstGeom prst="rect">
            <a:avLst/>
          </a:prstGeom>
          <a:solidFill>
            <a:srgbClr val="1E2761"/>
          </a:solidFill>
          <a:ln w="9525">
            <a:solidFill>
              <a:srgbClr val="B7C7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5544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938528"/>
            <a:ext cx="1005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B7C7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385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E001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63040" y="1938528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B7C7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19385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김철수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0" y="1938528"/>
            <a:ext cx="9144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B7C7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19385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D01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0" y="1938528"/>
            <a:ext cx="9144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B7C7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9385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3500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322576"/>
            <a:ext cx="1005840" cy="384048"/>
          </a:xfrm>
          <a:prstGeom prst="rect">
            <a:avLst/>
          </a:prstGeom>
          <a:solidFill>
            <a:srgbClr val="DCE6F9"/>
          </a:solidFill>
          <a:ln w="9525">
            <a:solidFill>
              <a:srgbClr val="B7C7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3225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E002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463040" y="2322576"/>
            <a:ext cx="1097280" cy="384048"/>
          </a:xfrm>
          <a:prstGeom prst="rect">
            <a:avLst/>
          </a:prstGeom>
          <a:solidFill>
            <a:srgbClr val="DCE6F9"/>
          </a:solidFill>
          <a:ln w="9525">
            <a:solidFill>
              <a:srgbClr val="B7C7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23225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이영희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0" y="2322576"/>
            <a:ext cx="914400" cy="384048"/>
          </a:xfrm>
          <a:prstGeom prst="rect">
            <a:avLst/>
          </a:prstGeom>
          <a:solidFill>
            <a:srgbClr val="DCE6F9"/>
          </a:solidFill>
          <a:ln w="9525">
            <a:solidFill>
              <a:srgbClr val="B7C7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232257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D02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74720" y="2322576"/>
            <a:ext cx="914400" cy="384048"/>
          </a:xfrm>
          <a:prstGeom prst="rect">
            <a:avLst/>
          </a:prstGeom>
          <a:solidFill>
            <a:srgbClr val="DCE6F9"/>
          </a:solidFill>
          <a:ln w="9525">
            <a:solidFill>
              <a:srgbClr val="B7C7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32257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4200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2706624"/>
            <a:ext cx="1005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B7C7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7066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E003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463040" y="2706624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B7C7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63040" y="270662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박민준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60320" y="2706624"/>
            <a:ext cx="9144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B7C7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0" y="270662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D01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74720" y="2706624"/>
            <a:ext cx="9144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B7C7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0" y="270662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2900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10312" y="2322576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32004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표시 행 = rowposition(현재 행)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컬럼(ColumnInfo)은 구조, Row는 데이터 — DB 테이블을 화면 쪽으로 옮겨 놓은 그릇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074920" y="1463040"/>
            <a:ext cx="3611880" cy="93268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39" name="Shape 37"/>
          <p:cNvSpPr/>
          <p:nvPr/>
        </p:nvSpPr>
        <p:spPr>
          <a:xfrm>
            <a:off x="5074920" y="1463040"/>
            <a:ext cx="64008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5257800" y="1572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화면과 데이터의 분리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25780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컴포넌트는 보여주는 역할만, 데이터는 전부 Dataset이 가진다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074920" y="2523744"/>
            <a:ext cx="3611880" cy="93268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43" name="Shape 41"/>
          <p:cNvSpPr/>
          <p:nvPr/>
        </p:nvSpPr>
        <p:spPr>
          <a:xfrm>
            <a:off x="5074920" y="2523744"/>
            <a:ext cx="64008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4" name="Text 42"/>
          <p:cNvSpPr/>
          <p:nvPr/>
        </p:nvSpPr>
        <p:spPr>
          <a:xfrm>
            <a:off x="5257800" y="26334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통신의 단위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257800" y="29809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결과도 Dataset으로 받고, 저장할 변경분도 Dataset으로 보낸다 (3부)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074920" y="3584448"/>
            <a:ext cx="3611880" cy="93268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47" name="Shape 45"/>
          <p:cNvSpPr/>
          <p:nvPr/>
        </p:nvSpPr>
        <p:spPr>
          <a:xfrm>
            <a:off x="5074920" y="3584448"/>
            <a:ext cx="64008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8" name="Text 46"/>
          <p:cNvSpPr/>
          <p:nvPr/>
        </p:nvSpPr>
        <p:spPr>
          <a:xfrm>
            <a:off x="5257800" y="36941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바인딩의 재료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257800" y="4041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Grid·입력폼과 자동 연동되는 원천 (8차시)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solidFill>
            <a:srgbClr val="FFF4E5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" y="45262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  </a:t>
            </a:r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“넥사크로 개발 = Dataset에 데이터를 넣고 빼는 일” — 이 감각이 잡히면 나머지는 패턴 반복이다.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7차시 — Dataset 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 조작 API — 다섯 가지면 충분하다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33375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7160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행 추가 — 새 행 인덱스를 돌려준다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nRow = this.ds_emp.addRow();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값 쓰기 / 3) 값 읽기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this.ds_emp.setColumn(nRow, "EMP_NM", "김철수");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nm = this.ds_emp.getColumn(nRow, "EMP_NM");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4) 행 삭제 / 5) 검색 (없으면 -1)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this.ds_emp.deleteRow(nRow);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found = this.ds_emp.findRow("DEPT_CD","D01");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순회와 집계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(var i=0; i&lt;this.ds_emp.getRowCount(); i++){…}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FE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this.ds_emp.getSum("SALARY")  // 합계 한 줄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760720" y="1371600"/>
            <a:ext cx="2926080" cy="114300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7" name="Shape 5"/>
          <p:cNvSpPr/>
          <p:nvPr/>
        </p:nvSpPr>
        <p:spPr>
          <a:xfrm>
            <a:off x="5760720" y="1371600"/>
            <a:ext cx="64008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4813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rowposition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182880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“현재 선택된 행” 번호. Grid 클릭, set_rowposition()으로 이동하며, 이동하면 onrowposchanged 이벤트가 발생한다.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760720" y="2697480"/>
            <a:ext cx="2926080" cy="114300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1" name="Shape 9"/>
          <p:cNvSpPr/>
          <p:nvPr/>
        </p:nvSpPr>
        <p:spPr>
          <a:xfrm>
            <a:off x="5760720" y="2697480"/>
            <a:ext cx="64008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28072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이벤트로 반응하기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315468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onrowposchanged(행 이동), oncolumnchanged(값 변경) — “데이터가 움직이면 화면이 반응한다”의 출발점.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760720" y="4023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이벤트 구조가 다음 차시 ‘바인딩’의 동작 원리다 →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7차시 — 실습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③ 화면 없이 데이터만 다뤄보기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실습은 일부러 Grid 없이 합니다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5개와 로그 창만으로 Dataset을 조작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[행 추가] [현재행 수정] [현재행 삭제] [검색] [전체 출력]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trace()와 로그로 “보이지 않는 데이터”의 변화를 추적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데이터와 화면이 별개라는 감각을 만드는 것이 목적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3931920" cy="105156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36576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파일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examples/lesson07_dataset/DatasetBasic.xfdl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과제: 연봉 3,000 이상 사원만 출력하는 버튼을 추가해 보세요.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1371600"/>
            <a:ext cx="4069080" cy="33375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371600"/>
            <a:ext cx="37947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합계 구하기 — 직접 순회 버전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total = 0;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(var i = 0;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 &lt; this.ds_emp.getRowCount(); i++)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 += Number(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this.ds_emp.getColumn(i, "SALARY"));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행 이동 이벤트 — 바인딩의 원리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this.ds_emp_onrowposchanged =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function(obj, 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trace(e.oldrow + " → " + e.newrow);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91840" y="1143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바인딩과 Grid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337560" y="214884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Bind — Dataset과 컴포넌트의 자동 연결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Grid: binddataset과 bind: 표현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displaytype — 코드를 이름으로, 숫자에 콤마를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사원 목록 + 상세 입력폼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 — 바인딩과 Grid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바인딩 — 스크립트 0줄로 화면과 데이터 연동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46120" y="1828800"/>
            <a:ext cx="237744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246120" y="18288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ds_emp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920240" cy="1188720"/>
          </a:xfrm>
          <a:prstGeom prst="rect">
            <a:avLst/>
          </a:prstGeom>
          <a:solidFill>
            <a:srgbClr val="F0F4FB"/>
          </a:solidFill>
          <a:ln w="12700">
            <a:solidFill>
              <a:srgbClr val="3D5A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(목록 전체 행)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1920240" cy="1188720"/>
          </a:xfrm>
          <a:prstGeom prst="rect">
            <a:avLst/>
          </a:prstGeom>
          <a:solidFill>
            <a:srgbClr val="F0F4FB"/>
          </a:solidFill>
          <a:ln w="12700">
            <a:solidFill>
              <a:srgbClr val="3D5A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288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Edit · Combo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(현재 행 1건)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21031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⇄</a:t>
            </a:r>
            <a:endParaRPr lang="en-US" sz="150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binddataset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23560" y="21031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⇄</a:t>
            </a:r>
            <a:endParaRPr lang="en-US" sz="150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BindItem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시나리오 — 스크립트 한 줄 없이: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Grid 행 클릭 → rowposition 이동   2) BindItem이 “현재 행”을 입력폼에 자동 표시   3) 입력폼 수정 → Dataset 변경 → Grid도 즉시 갱신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FFF4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  </a:t>
            </a:r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양방향이다 — “화면 ↔ Dataset”. 7차시의 onrowposchanged 이벤트를 플랫폼이 대신 처리해 주는 것이 바인딩이다.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 — 바인딩과 Grid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 해부 — Format · Band · Cell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33375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7160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&lt;Grid id="grd_emp" binddataset="ds_emp"&gt;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&lt;Format id="default"&gt;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&lt;Band id="head"&gt;      &lt;!-- 헤더 --&gt;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&lt;Cell text="이름"/&gt;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&lt;/Band&gt;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&lt;Band id="body"&gt;      &lt;!-- 데이터 --&gt;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&lt;Cell text="bind:EMP_NM"/&gt;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&lt;Cell text="bind:DEPT_CD"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displaytype="combocontrol"  D01→개발팀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combodataset="ds_dept" .../&gt;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&lt;Cell text="bind:SALARY"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displaytype="numbercontrol"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mask="#,##0"/&gt;              3,500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&lt;/Band&gt;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&lt;/Format&gt;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&lt;/Grid&gt;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60720" y="1371600"/>
            <a:ext cx="2926080" cy="100584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7" name="Shape 5"/>
          <p:cNvSpPr/>
          <p:nvPr/>
        </p:nvSpPr>
        <p:spPr>
          <a:xfrm>
            <a:off x="5760720" y="1371600"/>
            <a:ext cx="64008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4813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bind:컬럼명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182880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body 셀과 Dataset 컬럼의 연결. 행 수만큼 자동 반복된다.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760720" y="2542032"/>
            <a:ext cx="2926080" cy="100584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1" name="Shape 9"/>
          <p:cNvSpPr/>
          <p:nvPr/>
        </p:nvSpPr>
        <p:spPr>
          <a:xfrm>
            <a:off x="5760720" y="2542032"/>
            <a:ext cx="64008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2651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displaytype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29992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저장값은 그대로, 표시만 변환 — 코드→명칭(combo), 콤마(number), 날짜(date).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3712464"/>
            <a:ext cx="2926080" cy="100584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0" y="3712464"/>
            <a:ext cx="64008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38221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expr 표현식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0" y="416966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안에서 계산식 사용. 예: 상태·합계 표시 (9차시에서 활용)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 — 실습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④ 사원 목록 + 상세 입력폼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 화면 — 위 Grid, 아래 상세폼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Grid에 ds_emp 연결 (binddataset)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부서는 코드 대신 이름으로, 연봉은 콤마로 (displaytype)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Edit·Combo·MaskEdit을 BindItem으로 연결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행을 클릭하며 상세폼이 따라오는지, 수정하면 Grid가 바뀌는지 확인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3931920" cy="105156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36576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파일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examples/lesson08_bind_grid/EmpBind.xfdl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폼의 Script 영역은 사실상 비어 있다 — 그것이 핵심 메시지.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1371600"/>
            <a:ext cx="4069080" cy="33375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371600"/>
            <a:ext cx="37947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BindItem: 폼 XML의 &lt;Bind&gt; 영역 --&gt;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&lt;Bind&gt;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&lt;BindItem compid="edt_nm"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propid="value"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datasetid="ds_emp"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columnid="EMP_NM"/&gt;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&lt;BindItem compid="cbo_dept"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propid="value"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datasetid="ds_emp"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columnid="DEPT_CD"/&gt;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&lt;/Bind&gt;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컴포넌트.속성 ↔ Dataset.컬럼 --&gt;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91840" y="1143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 활용 심화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337560" y="214884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edittype — Grid에서 바로 편집하기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클릭 정렬(keystring)과 Summary 합계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rowtype — 추가·수정·삭제를 기억하는 Dataset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편집 가능한 사원 Grid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 — Grid 심화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· 정렬 · 합계 — Grid를 일하게 만들기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93268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64008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8132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편집 — edittype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"normal" · "combo" · "masknumber" — 더블클릭으로 셀이 입력기가 되고, 수정 즉시 Dataset 반영.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432304"/>
            <a:ext cx="4114800" cy="93268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432304"/>
            <a:ext cx="64008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4203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— keystring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set_keystring("S:+컬럼") 오름차순, "S:-" 내림차순. onheadclick에서 토글이 표준 패턴.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493008"/>
            <a:ext cx="4114800" cy="93268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493008"/>
            <a:ext cx="64008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0273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 — Summary 밴드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95020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셀에 expr="dataset.getSum('SALARY')" — 데이터가 바뀌면 합계도 자동 갱신.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rowtype — Dataset은 변경 이력을 기억한다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1783080"/>
            <a:ext cx="2286000" cy="457200"/>
          </a:xfrm>
          <a:prstGeom prst="rect">
            <a:avLst/>
          </a:prstGeom>
          <a:solidFill>
            <a:srgbClr val="F7F9FE"/>
          </a:solidFill>
          <a:ln w="9525">
            <a:solidFill>
              <a:srgbClr val="D9E2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1783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E001  김철수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 (1)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37760" y="2304288"/>
            <a:ext cx="2286000" cy="457200"/>
          </a:xfrm>
          <a:prstGeom prst="rect">
            <a:avLst/>
          </a:prstGeom>
          <a:solidFill>
            <a:srgbClr val="E8F6EC"/>
          </a:solidFill>
          <a:ln w="9525">
            <a:solidFill>
              <a:srgbClr val="D9E2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3042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E006  신규사원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5200" y="23042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7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(2)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37760" y="2825496"/>
            <a:ext cx="2286000" cy="457200"/>
          </a:xfrm>
          <a:prstGeom prst="rect">
            <a:avLst/>
          </a:prstGeom>
          <a:solidFill>
            <a:srgbClr val="FFF4E5"/>
          </a:solidFill>
          <a:ln w="9525">
            <a:solidFill>
              <a:srgbClr val="D9E2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82549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E002  이영희*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15200" y="28254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(4)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37760" y="3346704"/>
            <a:ext cx="2286000" cy="457200"/>
          </a:xfrm>
          <a:prstGeom prst="rect">
            <a:avLst/>
          </a:prstGeom>
          <a:solidFill>
            <a:srgbClr val="FBEAEA"/>
          </a:solidFill>
          <a:ln w="9525">
            <a:solidFill>
              <a:srgbClr val="D9E2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334670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(E003 삭제됨)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15200" y="33467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23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37760" y="39136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3부(11차시)에서 이 정보 그대로 “변경분만 서버 전송”에 쓴다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solidFill>
            <a:srgbClr val="FFF4E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5262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 </a:t>
            </a:r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deleteRow()는 화면에서만 지운다 — Dataset이 삭제분을 기억했다가 저장 시 서버에 알린다. “지웠는데 남아있다”가 정상.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 — 실습 / 2부 정리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⑤ 편집 가능한 Grid — 그리고 2부 정리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846320" cy="2743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716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헤더 클릭 정렬 토글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this.grd_emp_onheadclick = function(obj, 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col = "EMP_NM";  // 클릭한 컬럼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cur = this.ds_emp.keystring || "";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this.ds_emp.set_keystring(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 == "S:+" + col ? "S:-" + col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: "S:+" + col);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변경 내역 집계 (rowtype)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ds.getRowType(i);  // 2=추가, 4=수정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ds.getDeletedRowCount() // 삭제분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2부에서 익힌 것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0" y="178308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 3요소와 입력·선택 컴포넌트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Combo·Calendar, 코드/명칭 분리 패턴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 조작과 rowposition ★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바인딩(BindItem)과 Grid, rowtype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3474720"/>
            <a:ext cx="3200400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0" y="347472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 (3부 · 10차시)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통신 transaction()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드디어 진짜 데이터를 조회합니다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넥사크로 2부 — 기본 기능 (5~9차시)</dc:title>
  <dc:subject>PptxGenJS Presentation</dc:subject>
  <dc:creator>Nexacro 강의</dc:creator>
  <cp:lastModifiedBy>Nexacro 강의</cp:lastModifiedBy>
  <cp:revision>1</cp:revision>
  <dcterms:created xsi:type="dcterms:W3CDTF">2026-06-12T03:10:23Z</dcterms:created>
  <dcterms:modified xsi:type="dcterms:W3CDTF">2026-06-12T03:10:23Z</dcterms:modified>
</cp:coreProperties>
</file>