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PLATFORM 입문 과정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 — 넥사크로 시작하기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이해 · 개발 환경 구축 · 프로젝트 구조 · 스크립트 기초  (1~4차시)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8100">
            <a:solidFill>
              <a:srgbClr val="3D5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 ·  TOBESOFT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1부에서 배우는 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21762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이해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2578608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플랫폼의 개념과 넥사크로의 위치, 아키텍처(웹/네이티브 런타임)를 이해합니다.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39319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24912" y="21762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 구축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24912" y="2578608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Studio 설치, 화면 구성 파악, 첫 프로젝트 생성과 QuickView 실행.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24912" y="39319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Hello Nexacro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032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28032" y="21762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2578608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ADL → FrameSet → Form 구조, TypeDefinition · 환경변수 · 테마의 역할.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9319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메뉴+작업영역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920240" cy="30175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931152" y="15544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93115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31152" y="21762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기초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31152" y="2578608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기반 스크립트, 이벤트 모델, 컴포넌트 접근과 스코프.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31152" y="393192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입력값 검증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1부가 끝나면 — 넥사크로 프로젝트를 만들고, 화면을 띄우고, 버튼 이벤트에 코드를 작성할 수 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넥사크로 플랫폼 이해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플랫폼이란 무엇인가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X-Internet → RIA → HTML5, 기술의 흐름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17 vs Nexacro N, 그리고 OSMU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아키텍처: 웹 런타임과 네이티브 런타임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— 플랫폼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플랫폼이란? 왜 넥사크로인가?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플랫폼 = 기업 업무시스템의 화면(UI)을 </a:t>
            </a:r>
            <a:pPr indent="0" marL="0">
              <a:buNone/>
            </a:pPr>
            <a:r>
              <a:rPr lang="en-US" sz="15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방식으로 빠르게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만들고 배포하는 개발 플랫폼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웹 개발과 무엇이 다른가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HTML/CSS/JS를 직접 다루는 대신, 완성된 컴포넌트(Grid, 입력폼 등)를 조립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 개 화면을 똑같은 패턴으로 찍어내야 하는 SI 환경에 최적화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처리(Dataset)와 서버 통신이 플랫폼에 내장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공공·금융·대기업 업무시스템에서 표준처럼 사용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94960" y="1783080"/>
            <a:ext cx="3291840" cy="8412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394960" y="1783080"/>
            <a:ext cx="64008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8928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생산성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컴포넌트 + 통합개발도구(Studio)로 화면 개발 속도 단축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2807208"/>
            <a:ext cx="3291840" cy="8412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2807208"/>
            <a:ext cx="64008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91693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Source Multi 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32644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개발한 소스를 PC·모바일 등 다양한 환경에 배포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3831336"/>
            <a:ext cx="3291840" cy="84124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394960" y="3831336"/>
            <a:ext cx="64008" cy="8412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394106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환경 특화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42885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Grid, 권한, 업데이트 관리 등 업무시스템 요구사항 내장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— 플랫폼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기술의 흐름 — 넥사크로가 등장하기까지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2000년대 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20240" cy="2286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X-Internet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마이플랫폼(MiPlatform)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한계를 전용 런타임으로 극복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2257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2000년대 후반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600200"/>
            <a:ext cx="1920240" cy="2286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RIA 시대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221992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Flex·Silverlight와 경쟁하던 풍부한 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569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2014~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1920240" cy="2286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 전환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221992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넥사크로플랫폼 14/17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 없이 브라우저 표준 기술로 실행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28816" y="2651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600200"/>
            <a:ext cx="1920240" cy="2286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7647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2221992"/>
            <a:ext cx="1645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Low-Code(블록 조합)와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초연결 환경 지원으로 진화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“설치형 전용 런타임”에서 “웹 표준(HTML5) 실행”으로 — 소스 자산은 유지하며 진화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— 플랫폼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17 vs Nexacro 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17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가장 널리 쓰이는 버전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XFDL 폼 + JavaScript 스크립트 개발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프로젝트에서 자주 만나게 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361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 (최신)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205740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· View · Controller 블록 조합의 Low-Code 개발 (QuickCode)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Developer로 커스텀 모듈 제작·배포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17과 높은 호환성 유지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과정의 전략 —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버전에 공통인 기본기(폼·Dataset·바인딩·통신)를 먼저 익힌다. Low-Code는 기본기 위에서만 힘을 발휘한다.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1차시 — 플랫폼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— 소스가 실행되기까지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737360" cy="91440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.xfdl  .xjs  .xadl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231136" y="24688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78608" y="2103120"/>
            <a:ext cx="1554480" cy="91440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(Nexacro Studio)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9664" y="246888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17136" y="2103120"/>
            <a:ext cx="1737360" cy="91440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210312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변환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index.html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12280" y="1554480"/>
            <a:ext cx="1874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554480"/>
            <a:ext cx="1874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런타임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바로 실행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(설치 불필요)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697480"/>
            <a:ext cx="1874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697480"/>
            <a:ext cx="1874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네이티브 런타임(NRE)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실행기 설치형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(기존 X-Internet 방식)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91072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91072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우리가 짜는 소스는 XML(.xfdl)과 JavaScript  ② 실행 전 반드시 Generate(변환) 과정을 거친다  ③ 같은 소스가 웹/네이티브 어디서든 동작 (OSMU)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 구축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Studio 설치와 라이선스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 화면 구성 한눈에 보기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프로젝트 생성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Hello Nexacro (F6 QuickView)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— 개발 환경 구축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Studio 설치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1031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Text 3"/>
          <p:cNvSpPr/>
          <p:nvPr/>
        </p:nvSpPr>
        <p:spPr>
          <a:xfrm>
            <a:off x="603504" y="1591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8745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03504" y="23042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tobesoft.com/product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체험판 다운로드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(회원가입 필요)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21031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1591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06624" y="18745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실행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706624" y="23042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마법사 진행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경로 유지 권장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20240" cy="21031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591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8745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 등록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809744" y="23042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발급받은 체험판 키 입력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(교육용 라이선스는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안내에 따름)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20240" cy="21031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6912864" y="1591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12864" y="18745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확인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912864" y="23042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페이지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Help &gt; Manual로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접근 가능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Studio는 Windows 전용 (Win10 이상, 메모리 8GB 권장) · 설치 후 [File &gt; New &gt; Project]가 열리면 성공 · 방화벽 환경에서는 라이선스 인증 포트 확인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— 개발 환경 구축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Studio 화면 구성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937760" cy="3200400"/>
          </a:xfrm>
          <a:prstGeom prst="rect">
            <a:avLst/>
          </a:prstGeom>
          <a:solidFill>
            <a:srgbClr val="E8EDF7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49377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· 툴바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051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847088"/>
            <a:ext cx="1051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프로젝트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28216" y="1847088"/>
            <a:ext cx="2377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184708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디자인 / 소스 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(폼 편집 영역)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28216" y="3767328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28216" y="3767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출력창 (Output)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15384" y="1847088"/>
            <a:ext cx="10515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5384" y="1847088"/>
            <a:ext cx="1051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속성창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(Properties)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프로젝트 탐색기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691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폼·스크립트·이미지 등 프로젝트 자원 트리. 더블클릭으로 열기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디자인/소스 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5146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컴포넌트를 끌어다 놓는 캔버스. 탭으로 Design ↔ Source(XML) 전환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속성창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3375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컴포넌트의 속성·이벤트 목록. 이벤트 더블클릭 → 핸들러 자동 생성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출력창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4160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trace() 로그, 컴파일 오류 표시. 디버깅의 시작점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① Hello Nexacro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File &gt; New &gt; Project로 프로젝트 생성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Base 폴더에 새 Form 추가 (Hello.xfdl)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Button, Static을 캔버스에 배치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버튼 속성창 → onclick 더블클릭 → 핸들러 생성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코드 작성 후 F6 (QuickView) 실행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3931920" cy="9144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포인트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탭을 열어 방금 만든 화면이 XML로 어떻게 기록되는지 확인해 보세요. “디자인 = XML” 감각이 3차시의 기초가 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4069080" cy="3291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17320"/>
            <a:ext cx="3794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Hello.xfdl — Script 영역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this.btn_hello_onclick = function(obj, 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알림창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alert("Hello Nexacro!");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다른 컴포넌트 속성 변경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this.sta_result.set_text("클릭됨!");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3) 출력창 로그 — 디버깅 기본기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trace("버튼 클릭 이벤트 실행");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 이론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ADL → FrameSet → Form, 화면의 뼈대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TypeDefinition · 환경변수 · 테마(XCSS)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MainFrame / ChildFrame / WorkFrame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메뉴 + 작업영역 레이아웃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— 프로젝트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뼈대 — ADL → FrameSet → 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(.xadl) — 앱 전체의 시작점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794760" cy="54864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MainFrame — 최상위 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3474720" cy="548640"/>
          </a:xfrm>
          <a:prstGeom prst="rect">
            <a:avLst/>
          </a:prstGeom>
          <a:solidFill>
            <a:srgbClr val="5B79F7"/>
          </a:solidFill>
          <a:ln w="12700">
            <a:solidFill>
              <a:srgbClr val="5B79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34747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FrameSet — 화면 분할 (H/V/Tab)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17320" y="3520440"/>
            <a:ext cx="3154680" cy="54864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520440"/>
            <a:ext cx="3154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 (.xfdl) — 실제 업무 화면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매일 작성하는 것은 Form(.xfdl) — 나머지 구조는 프로젝트 초기에 한 번 잡는다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74920" y="1463040"/>
            <a:ext cx="3611880" cy="9784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74920" y="1463040"/>
            <a:ext cx="64008" cy="9784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1572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TypeDefinition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컴포넌트 목록, 서비스 주소(prefixid), 경로 별칭(Base::, Lib::)을 정의하는 프로젝트 설계도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2560320"/>
            <a:ext cx="3611880" cy="9784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2560320"/>
            <a:ext cx="64008" cy="9784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(Environment)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설정값. 앱 어디서든 참조 가능한 공통 상수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74920" y="3657600"/>
            <a:ext cx="3611880" cy="97840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074920" y="3657600"/>
            <a:ext cx="64008" cy="9784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(XCSS)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화면의 디자인(색·폰트·간격)을 한 곳에서 관리 — 웹의 CSS와 같은 역할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② 메뉴 + 작업영역 레이아웃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타이틀  (left:0, right:0 → 가로 전체)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005840" cy="192024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메뉴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(bottom:0)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9202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9202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작업영역 Div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(right:0, bottom:0 → 나머지 전부)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개념: anchor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위치를 left/top만이 아니라 right/bottom으로도 고정 → 창 크기가 변해도 따라 늘어나는 레이아웃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4251960" cy="3246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63040"/>
            <a:ext cx="3977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작업영역: 남은 공간 전부 차지 --&gt;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id="div_work" left="200" top="50"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right="0" bottom="0"/&gt;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메뉴 클릭 → 작업영역에 화면 로드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this.div_menu_btn_onclick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function(obj, 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화면 전환의 기본 원리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this.div_work.set_url(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"Base::Hello.xfdl");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기초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넥사크로 스크립트 = JavaScript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모델 — onclick, onload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접근과 스코프 (this, parent)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입력값 검증(Validation) 함수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 — 스크립트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넥사크로 스크립트 = JavaScript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아는 JavaScript가 그대로 통한다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변수, 함수, if/for, 배열, 정규식, JSON — 전부 표준 JS 문법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점은 단 하나: “무엇을 조작하는가” — DOM 대신 넥사크로 컴포넌트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항상 이벤트에서 시작된다 (클릭, 로드, 값 변경…)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3931920" cy="132588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외울 두 가지 이벤트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onload — 폼이 열릴 때 1회. 초기화 코드의 자리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onclick — 사용자의 행동에 반응하는 자리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371600"/>
            <a:ext cx="406908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7947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이벤트 핸들러의 표준 형태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this.btn_save_onclick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function(obj, 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obj: 이벤트가 난 컴포넌트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  : 이벤트 정보 객체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trace(obj.id + " 클릭");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폼 초기화는 onload에서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this.Form_onload = function(obj, 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this.edt_name.setFocus();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 — 스크립트 기초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접근과 스코프 — 가장 많이 틀리는 곳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286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this.edt_name            // 폼 안의 컴포넌트 접근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this.edt_name.value      // 값 읽기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this.div_box.form.btn_ok // Div 안은 .form 거쳐서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this.parent              // 부모 (Div → Form)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실행 중 속성 변경: 반드시 set_xxx()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this.sta_msg.set_text("저장 완료");  // 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this.sta_msg.text = "저장 완료";     // X 화면 갱신 안 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01752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0" y="137160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0" y="148132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set_xxx()인가?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setter가 값 변경 + 화면 다시 그리기를 함께 수행한다. 직접 대입하면 값만 바뀌고 화면은 그대로.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0" y="2606040"/>
            <a:ext cx="301752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0" y="260604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7157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스코프 감각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3063240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폼 스크립트의 this = 그 폼 자신. Div 안 컴포넌트는 한 단계(.form)를 더 거친다.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습관  </a:t>
            </a:r>
            <a:pPr indent="0" marL="0">
              <a:buNone/>
            </a:pPr>
            <a:r>
              <a:rPr lang="en-US" sz="125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“왜 화면이 안 바뀌지?”의 90%는 set_xxx() 누락. 의심되면 trace()로 값부터 찍어 출력창에서 확인하기.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4차시 — 실습 / 1부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③ 입력값 검증 — 그리고 1부 정리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46320" cy="2743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검증 로직은 fn_ 함수로 분리 (실무 관례)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this.btn_save_onclick = function(obj, 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(!this.fn_validate())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alert("저장!");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this.fn_validate = function()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(this.edt_name.value == "")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alert("이름을 입력하세요.");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this.edt_name.setFocus();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1부에서 익힌 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구조와 실행 원리 (Generate, OSMU)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 설치와 첫 화면 실행 (F6)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ADL→FrameSet→Form, anchor 레이아웃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핸들러와 set_xxx(), trace()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3474720"/>
            <a:ext cx="320040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3474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(2부 · 5차시)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컴포넌트 I — 회원가입 폼 만들기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 · MaskEdit · CheckBox · Radio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넥사크로 1부 — 시작하기 (1~4차시)</dc:title>
  <dc:subject>PptxGenJS Presentation</dc:subject>
  <dc:creator>Nexacro 강의</dc:creator>
  <cp:lastModifiedBy>Nexacro 강의</cp:lastModifiedBy>
  <cp:revision>1</cp:revision>
  <dcterms:created xsi:type="dcterms:W3CDTF">2026-06-12T02:59:06Z</dcterms:created>
  <dcterms:modified xsi:type="dcterms:W3CDTF">2026-06-12T02:59:06Z</dcterms:modified>
</cp:coreProperties>
</file>